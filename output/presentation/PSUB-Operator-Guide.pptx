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ounded Rectangle 6"/>
          <p:cNvSpPr/>
          <p:nvPr/>
        </p:nvSpPr>
        <p:spPr>
          <a:xfrm>
            <a:off x="5897880" y="1078992"/>
            <a:ext cx="5577840" cy="4160520"/>
          </a:xfrm>
          <a:prstGeom prst="roundRect">
            <a:avLst/>
          </a:prstGeom>
          <a:solidFill>
            <a:srgbClr val="04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280160" cy="73152"/>
          </a:xfrm>
          <a:prstGeom prst="rect">
            <a:avLst/>
          </a:prstGeom>
          <a:solidFill>
            <a:srgbClr val="E6B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51206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E7EEF7"/>
                </a:solidFill>
                <a:latin typeface="Aptos Display"/>
              </a:rPr>
              <a:t>PSUB Operator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50292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A faster, safer path for Windows Python security release builds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932688"/>
            <a:ext cx="5577840" cy="4160520"/>
          </a:xfrm>
          <a:prstGeom prst="roundRect">
            <a:avLst/>
          </a:prstGeom>
          <a:solidFill>
            <a:srgbClr val="F8FAFC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89320" y="1133856"/>
            <a:ext cx="1005840" cy="256032"/>
          </a:xfrm>
          <a:prstGeom prst="roundRect">
            <a:avLst/>
          </a:prstGeom>
          <a:solidFill>
            <a:srgbClr val="E6B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21B26"/>
                </a:solidFill>
              </a:rPr>
              <a:t>Web UI</a:t>
            </a:r>
          </a:p>
        </p:txBody>
      </p:sp>
      <p:pic>
        <p:nvPicPr>
          <p:cNvPr id="10" name="Picture 9" descr="Hom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925312" y="1335024"/>
            <a:ext cx="5230368" cy="34930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76656" y="5394960"/>
            <a:ext cx="3246120" cy="292608"/>
          </a:xfrm>
          <a:prstGeom prst="roundRect">
            <a:avLst/>
          </a:prstGeom>
          <a:solidFill>
            <a:srgbClr val="E6B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21B26"/>
                </a:solidFill>
              </a:rPr>
              <a:t>Validated on Python 3.10.x, 3.11.x, and 3.12.x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Why PSUB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The operator problem it solves on a Windows build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UI-first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One operator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90672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Safer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Preflight before 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2976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24144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Repeatable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CLI still available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11880"/>
            <a:ext cx="7406640" cy="233172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76472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Key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059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One entry point for prerequisite checks, build settings, and launch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Less guesswork when Visual Studio, SDK, or bootstrap Python drift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Clearer failure handling than raw batch files alone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Angle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Operators stay in one UI instead of jumping between scripts, docs, and environment probes.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Standard Operator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The repeatable sequence that keeps failures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9012" y="2880360"/>
            <a:ext cx="6446519" cy="54864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2331720"/>
            <a:ext cx="1051560" cy="91440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Open PSUB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02535" y="2331720"/>
            <a:ext cx="1051560" cy="91440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7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Confirm prerequisites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331720"/>
            <a:ext cx="1051560" cy="91440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1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Set source and bootstrap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81143" y="2331720"/>
            <a:ext cx="1051560" cy="91440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5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Create or refresh doc-venv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70447" y="2331720"/>
            <a:ext cx="1051560" cy="91440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19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Start 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59751" y="2331720"/>
            <a:ext cx="1051560" cy="91440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3" y="3401568"/>
            <a:ext cx="12710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>
                <a:solidFill>
                  <a:srgbClr val="E7EEF7"/>
                </a:solidFill>
              </a:rPr>
              <a:t>Review log and collect artifacts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Tips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The same sequence now works cleanly with Visual Studio Professional 2022.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Prerequisites That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What must be green before you trust a build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7818120" cy="44805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029968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993392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Visual Studio 2019 or 2022 with Desktop development with C++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2642616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606040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MSVC toolchains for x64, x86, and ARM64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3255264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218688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Windows 10 SDK 10.0.19041.0 or later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867912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31336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Bootstrap Python 3.10 or 3.12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4480560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443984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Git for Windows on PATH (recommended)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5093208"/>
            <a:ext cx="256032" cy="256032"/>
          </a:xfrm>
          <a:prstGeom prst="ellipse">
            <a:avLst/>
          </a:prstGeom>
          <a:solidFill>
            <a:srgbClr val="D8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056632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50">
                <a:solidFill>
                  <a:srgbClr val="E7EEF7"/>
                </a:solidFill>
              </a:rPr>
              <a:t>.NET Framework 3.5 for legacy Python 3.10 MSI 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Requirements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PSUB links missing prerequisites directly to setup guides.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Git is useful for repo workflows and metadata, but it no longer blocks readiness.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Do not use Microsoft Store alias paths or Python 3.13 as bootstrap.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ounded Rectangle 5"/>
          <p:cNvSpPr/>
          <p:nvPr/>
        </p:nvSpPr>
        <p:spPr>
          <a:xfrm>
            <a:off x="658368" y="1828800"/>
            <a:ext cx="7479792" cy="4133087"/>
          </a:xfrm>
          <a:prstGeom prst="roundRect">
            <a:avLst/>
          </a:prstGeom>
          <a:solidFill>
            <a:srgbClr val="04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Configure The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These are the settings operators actually need to touch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700784"/>
            <a:ext cx="7479792" cy="4133087"/>
          </a:xfrm>
          <a:prstGeom prst="roundRect">
            <a:avLst/>
          </a:prstGeom>
          <a:solidFill>
            <a:srgbClr val="F8FAFC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9808" y="1874519"/>
            <a:ext cx="1207008" cy="256032"/>
          </a:xfrm>
          <a:prstGeom prst="roundRect">
            <a:avLst/>
          </a:prstGeom>
          <a:solidFill>
            <a:srgbClr val="E6B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21B26"/>
                </a:solidFill>
              </a:rPr>
              <a:t>Web UI</a:t>
            </a:r>
          </a:p>
        </p:txBody>
      </p:sp>
      <p:pic>
        <p:nvPicPr>
          <p:cNvPr id="9" name="Picture 8" descr="configuration-setting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13232" y="2084831"/>
            <a:ext cx="7132320" cy="351129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Focus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Keep the doc-venv name stable unless you have a reason to change it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Confirm the release output folder and detected Windows SDK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Set SourcePath and Bootstrap Python before launch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Start Build opens a separate terminal with live output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The UI is doing most of the environment work for the operator.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E7EEF7"/>
                </a:solidFill>
                <a:latin typeface="Aptos Display"/>
              </a:rPr>
              <a:t>What We Verified On A Clean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Recent improvements that reduced operator friction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VS 2022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Verified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90672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SDK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Autofilled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2976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24144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3.10 / 3.11 / 3.12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Built successfully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11880"/>
            <a:ext cx="7406640" cy="233172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76472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Key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059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Visual Studio Professional 2022 now works end-to-end on a new machine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Bootstrap autodetect rejects WindowsApps aliases and finds real Python installs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The Windows SDK field now prefills from autodetect instead of a stale default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Python 3.10 MSI/doc handling and artifact naming are now more robust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Git is now treated as recommended rather than a hard blocker in the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Angle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These were practical fixes discovered during a fresh-machine setup, not just theoretical cleanup.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Common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Most blocked runs still fall into a short fixable 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5349240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36208" y="1783080"/>
            <a:ext cx="5349240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26A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993392"/>
            <a:ext cx="1691640" cy="292608"/>
          </a:xfrm>
          <a:prstGeom prst="round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7EEF7"/>
                </a:solidFill>
              </a:rPr>
              <a:t>Common Failures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993392"/>
            <a:ext cx="1600200" cy="292608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7EEF7"/>
                </a:solidFill>
              </a:rPr>
              <a:t>Operator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Windows SDK or MSVC toolchains incomplete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Wrong bootstrap Python version or alias path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Missing doc-venv or Sphinx dependencies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Python 3.10 WiX or .NET 3.5 dependency issue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Git warnings from non-Git CPython source 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231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Use the setup guides linked by the prerequisites panel.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Switch to a real Python 3.10 or 3.12 executable.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Run Setup Virtual Environment before retrying.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Enable .NET Framework 3.5 for older 3.10 MSI flows.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Treat Git warnings as informational when building from extracted python.org archives.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E8EEF4"/>
                </a:solidFill>
                <a:latin typeface="Aptos"/>
              </a:rPr>
              <a:t>What operators should remember after the walkthrough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One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Less operator drift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90672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Preflight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Fewer failed runs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2976" y="1874519"/>
            <a:ext cx="2148840" cy="12801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24144" y="2020823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6BE5A"/>
                </a:solidFill>
              </a:rPr>
              <a:t>Repeatable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24144" y="2295143"/>
            <a:ext cx="16002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E7EEF7"/>
                </a:solidFill>
                <a:latin typeface="Aptos Display"/>
              </a:rPr>
              <a:t>UI plus CLI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611880"/>
            <a:ext cx="7406640" cy="233172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76472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Key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0591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Treat PSUB as the primary operator entry point for Windows Python release builds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Trust the prerequisite panel before starting a long build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Use the UI for clarity and the CLI when you need scripted repeatability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Angle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>
                <a:solidFill>
                  <a:srgbClr val="E7EEF7"/>
                </a:solidFill>
                <a:latin typeface="Aptos"/>
              </a:rPr>
              <a:t>If the machine is green and bootstrap Python is real, the rest of the workflow becomes predictable.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